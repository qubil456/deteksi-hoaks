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Distribusi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0B3C4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Valid</c:v>
                </c:pt>
                <c:pt idx="1">
                  <c:v>Hoaks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372</c:v>
                </c:pt>
                <c:pt idx="1">
                  <c:v>228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NB (usulan)</c:v>
                  </c:pt>
                  <c:pt idx="1">
                    <c:v>SVM</c:v>
                  </c:pt>
                  <c:pt idx="2">
                    <c:v>Logistic Reg.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0.722</c:v>
                </c:pt>
                <c:pt idx="1">
                  <c:v>0.743</c:v>
                </c:pt>
                <c:pt idx="2">
                  <c:v>0.728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NB (usulan)</c:v>
                  </c:pt>
                  <c:pt idx="1">
                    <c:v>SVM</c:v>
                  </c:pt>
                  <c:pt idx="2">
                    <c:v>Logistic Reg.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0.652</c:v>
                </c:pt>
                <c:pt idx="1">
                  <c:v>0.654</c:v>
                </c:pt>
                <c:pt idx="2">
                  <c:v>0.533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NB (usulan)</c:v>
                  </c:pt>
                  <c:pt idx="1">
                    <c:v>SVM</c:v>
                  </c:pt>
                  <c:pt idx="2">
                    <c:v>Logistic Reg.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0.687</c:v>
                </c:pt>
                <c:pt idx="1">
                  <c:v>0.639</c:v>
                </c:pt>
                <c:pt idx="2">
                  <c:v>0.411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KECERDASAN BUATAN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Replikasi Deteksi Berita Hoaks Berbahasa Indonesia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Naïve Bayes + TF-IDF, dibandingkan dengan SVM dan Logistic Regression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Abiansyah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&amp; Tujuan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Penyebaran berita hoaks di media daring mengancam literasi informasi publik dan memerlukan deteksi otomatis.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Pendekatan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971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teks dengan machine learning klasik (Naïve Bayes) + pembobotan TF-IDF — ringan dan cepat.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Mereplikasi metode NB pada dataset publik dan membandingkannya dengan baseline SVM dan Logistic Regression.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Deteksi Hoaks — Abiansyah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Indonesian Hoax News Detection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Data — CC BY 4.0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10.17632/p3hfgr5j3m.1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4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 berita berlabel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108960" y="27432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372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937760" y="27432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hoaks</a:t>
            </a:r>
            <a:endParaRPr lang="en-US" sz="3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0" y="146304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Deteksi Hoaks — Abiansyah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 Penelitian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240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berita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31720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›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2240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Prapemrosesan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stopword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7720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2240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unigram, 5000 fitur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31520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2240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+ baseline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89720" y="2286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60120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92640" y="2240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skema split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usulan: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Naïve Bayes (alpha terbaik 0,01)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SVM, Logistic Regression — fitur TF-IDF identik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split: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60-40, 70-30, 80-20 (stratified, seed 42)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Deteksi Hoaks — Abiansyah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Perbandingan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antar 3 skema split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0392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kunci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03920" y="237744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kompetitif dengan SVM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(F1 0,652 vs 0,654)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unggul recall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(0,687) — lebih baik menangkap hoaks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presisi tinggi tapi recall rendah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(0,411) — banyak hoaks lolos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Deteksi Hoaks — Abiansyah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per Skema Split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1188720"/>
                <a:gridCol w="1188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(usulan)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(usulan)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(usulan)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0" y="137160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F2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37260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372600" y="2194560"/>
            <a:ext cx="2011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konsisten di ketiga skema. NB terbaik pada split 80-20 (alpha 0,01).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Deteksi Hoaks — Abiansyah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NB + TF-IDF berhasil dijalankan 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dataset 600 berita; akurasi rata-rata 72,2%, F1 65,2%.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tetap kompetitif &amp; ringan 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setara SVM dan unggul recall dibanding Logistic Regression.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&amp; pengembangan 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prapemrosesan sederhana dan dataset kecil; disarankan menambah stemming (Sastrawi), memperbesar dataset, dan menguji model ensemble.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Replikasi Deteksi Berita Hoaks</dc:title>
  <dc:subject>PptxGenJS Presentation</dc:subject>
  <dc:creator>Abiansyah</dc:creator>
  <cp:lastModifiedBy>Abiansyah</cp:lastModifiedBy>
  <cp:revision>1</cp:revision>
  <dcterms:created xsi:type="dcterms:W3CDTF">2026-06-12T00:00:49Z</dcterms:created>
  <dcterms:modified xsi:type="dcterms:W3CDTF">2026-06-12T00:00:49Z</dcterms:modified>
</cp:coreProperties>
</file>